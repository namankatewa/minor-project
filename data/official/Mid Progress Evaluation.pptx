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515" r:id="rId3"/>
    <p:sldId id="516" r:id="rId4"/>
    <p:sldId id="517" r:id="rId5"/>
    <p:sldId id="518" r:id="rId6"/>
    <p:sldId id="512" r:id="rId7"/>
    <p:sldId id="513" r:id="rId8"/>
    <p:sldId id="524" r:id="rId9"/>
    <p:sldId id="519" r:id="rId10"/>
    <p:sldId id="520" r:id="rId11"/>
    <p:sldId id="514" r:id="rId12"/>
    <p:sldId id="523" r:id="rId13"/>
    <p:sldId id="521" r:id="rId14"/>
    <p:sldId id="522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110" d="100"/>
          <a:sy n="110" d="100"/>
        </p:scale>
        <p:origin x="596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/>
        </p:nvGraphicFramePr>
        <p:xfrm>
          <a:off x="1696134" y="3086002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2401830002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Naman Katewa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Sneha Yadav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Akshaya Tanwar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Nikita Saharan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2401720014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Kartikeya Drall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4727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36441" y="1212054"/>
            <a:ext cx="8584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University Fleet Optimization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Ms. Rishika Mehta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703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C01F9148-249C-53EB-C9D8-998CE4283F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7537" y="1023700"/>
            <a:ext cx="772543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Problem: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Managing university transportation across a massive catchment area(Sohna, Gurugram, Faridabad, Palwal, Noida, Bhiwadi) is manually intensive.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Current fixed routes lead to inefficiencies, high fuel costs, and uneven student 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Solution: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"Zero-Operational Cost" fleet management system built entirely on open-source technologies.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Replaces expensive commercial APIs (Google Maps) with self-hosted routing engines.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Goal: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automate route planning using mathematical optimization (VRP) to minimize fleet travel distance and ensure equitable service for distant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4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42A318E-8EC1-F7ED-9708-F25D8CC0C0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580977"/>
            <a:ext cx="821925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Zero-Cost Architecture: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achieve professional routing capabilities using self-hosted OSRM and OpenStreetMap data, eliminating recurring API fees.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Regional Optimization: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effectively model the specific road networks of Haryana and Uttar Pradesh (Extended NCR) for accurate travel time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Algorithmic Efficiency: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implement the Vehicle Routing Problem (VRP) using Google OR-Tools to mathematically minimize total fleet mileage.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Constraint Enforcement: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strictly enforce service rules: Maximum 2-hour ride time and Bus Capacity limits (e.g., 50 seats).</a:t>
            </a:r>
          </a:p>
        </p:txBody>
      </p:sp>
    </p:spTree>
    <p:extLst>
      <p:ext uri="{BB962C8B-B14F-4D97-AF65-F5344CB8AC3E}">
        <p14:creationId xmlns:p14="http://schemas.microsoft.com/office/powerpoint/2010/main" val="114342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6A4BB3A-848F-94E0-C61E-3C63AFDB9F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624" y="1595324"/>
            <a:ext cx="829126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 Recurring Costs: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Runs entirely on local university infrastructure or free-tier cloud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Custom Speed Profiles: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Routing engine calibrated for "Bus" speeds in NCR traffic, not generic car speeds.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Strategic Comparison Mode: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Allows admins to toggle between "Strict" plans (visit every stop) and "Suggested" plans (merge stops for efficiency).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Interactive Dashboard: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Next.js-based admin panel to visualize routes, manage student demand, and export driver schedules.</a:t>
            </a:r>
          </a:p>
        </p:txBody>
      </p:sp>
    </p:spTree>
    <p:extLst>
      <p:ext uri="{BB962C8B-B14F-4D97-AF65-F5344CB8AC3E}">
        <p14:creationId xmlns:p14="http://schemas.microsoft.com/office/powerpoint/2010/main" val="282976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933"/>
            <a:ext cx="568863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 (~60% Complete)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BA54EF-2357-F5FD-57D0-86301BE75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60196"/>
              </p:ext>
            </p:extLst>
          </p:nvPr>
        </p:nvGraphicFramePr>
        <p:xfrm>
          <a:off x="1524000" y="1397000"/>
          <a:ext cx="609600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4683950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30986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639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1: Infrastructure &amp; Core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1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2: Data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911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3: Routing &amp; Distance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78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4: Optimization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Almost Complete, few bugs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90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5: Visualization &amp;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46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6-9 Comparison, Export,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Upcoming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1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78480D-C17D-A1A0-4437-6109A45D9BBD}"/>
              </a:ext>
            </a:extLst>
          </p:cNvPr>
          <p:cNvSpPr txBox="1"/>
          <p:nvPr/>
        </p:nvSpPr>
        <p:spPr>
          <a:xfrm>
            <a:off x="251520" y="1138674"/>
            <a:ext cx="864096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Verdana" panose="020B0604030504040204" pitchFamily="34" charset="0"/>
                <a:ea typeface="Verdana" panose="020B0604030504040204" pitchFamily="34" charset="0"/>
              </a:rPr>
              <a:t>Backend (FastAPI + Python)</a:t>
            </a:r>
            <a:endParaRPr lang="en-US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- 10 REST API routers (Stops, Buses, Depots, Demand, Matrix, Clustering, Optimization, etc.)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CVRPTW solver using Google OR-Tools (capacity, ride time, deadline constraints)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OSRM client with batched matrix generation for 680+ stops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Haversine-based stop clustering for merge suggestions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PostgreSQL database with Alembic migrations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JWT authentication shared with frontend</a:t>
            </a:r>
          </a:p>
          <a:p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500" b="1" dirty="0">
                <a:latin typeface="Verdana" panose="020B0604030504040204" pitchFamily="34" charset="0"/>
                <a:ea typeface="Verdana" panose="020B0604030504040204" pitchFamily="34" charset="0"/>
              </a:rPr>
              <a:t>Frontend (Next.js + React)</a:t>
            </a:r>
            <a:endParaRPr lang="en-US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Dashboard with KPI cards &amp; data overview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Data pages for Stops, Buses, Depots, Demand (tables + CSV upload)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Interactive maps with Leaflet.js &amp; offline </a:t>
            </a:r>
            <a:r>
              <a:rPr lang="en-US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PMTiles</a:t>
            </a:r>
            <a:endParaRPr lang="en-US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Optimization trigger UI with error handling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Solutions viewer with route details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Dark mode, auth pages (Login/Register)</a:t>
            </a:r>
          </a:p>
          <a:p>
            <a:endParaRPr lang="en-US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500" b="1" dirty="0">
                <a:latin typeface="Verdana" panose="020B0604030504040204" pitchFamily="34" charset="0"/>
                <a:ea typeface="Verdana" panose="020B0604030504040204" pitchFamily="34" charset="0"/>
              </a:rPr>
              <a:t>Infrastructure</a:t>
            </a:r>
            <a:endParaRPr lang="en-US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fontAlgn="ctr"/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OSRM Docker container with custom bus speed profile (</a:t>
            </a:r>
            <a:r>
              <a:rPr lang="en-US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bus.lua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Offline map tiles (</a:t>
            </a:r>
            <a:r>
              <a:rPr lang="en-US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PMTiles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) for NCR region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- Auto-generated TypeScript types from </a:t>
            </a:r>
            <a:r>
              <a:rPr lang="en-US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OpenAPI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 spec</a:t>
            </a:r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72C8601-DE05-D6CC-B9AB-1E9D7F9DD2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330305"/>
            <a:ext cx="821925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1: Digitization: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Converting Stops addresses into precise GPS coordinates.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2: Matrix 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Using self-hosted OSRM to calculate a "Cost Matrix" (Time/Distance) for all stops.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3: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Applying the "Guided Local Search" algorithm to cluster stops into efficient bus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4: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Rendering the final paths on the admin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Technologies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Docker: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For hosting the routing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PostgreSQL: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For structured data storage.</a:t>
            </a:r>
          </a:p>
        </p:txBody>
      </p:sp>
    </p:spTree>
    <p:extLst>
      <p:ext uri="{BB962C8B-B14F-4D97-AF65-F5344CB8AC3E}">
        <p14:creationId xmlns:p14="http://schemas.microsoft.com/office/powerpoint/2010/main" val="91690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7E7D47-3EFA-459D-BC1E-94A447320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83" y="1932637"/>
            <a:ext cx="8364834" cy="370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5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920D16-C2DE-DFF5-467D-310A7265C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47" y="1787750"/>
            <a:ext cx="8604448" cy="328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0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5AE5B-E43E-CFC9-59E3-0853A368E8B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FCED4EA-6233-ABA5-DA4A-8C8BFD20C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72" y="1390593"/>
            <a:ext cx="8219256" cy="463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Immediate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Finalize depot locations to enable the optimization engine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Run first end-to-end optimization with real data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Complete route visualization on maps (color-coded polylines)</a:t>
            </a:r>
          </a:p>
          <a:p>
            <a:pPr marL="0" indent="0">
              <a:buNone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Upcoming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Scenario comparison (Strict vs Suggested plans)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CSV/PDF export for driver route sheets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Mobile-friendly driver view</a:t>
            </a:r>
          </a:p>
          <a:p>
            <a:pPr marL="0" indent="0">
              <a:buNone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Final Phase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Full Docker deployment (one-command setup)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Documentation &amp; testing</a:t>
            </a:r>
            <a:b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22328010-B45A-B3D1-0442-596DA7669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561726"/>
            <a:ext cx="821925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Data Sources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Map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OpenStreetMap (OSM) extracts for North India (via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Geofabrik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Stop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Geotagged coordinates for student pickup points across Palwal, Faridabad, Noida,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Software &amp; Frameworks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Next.js (React), Leaflet.js,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TanStack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Python, FastAPI, Pandas.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Google OR-Tools, OSRM (Open Source Routing Machine).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Hardware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Standard University Server or Laptop (No GPU required).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Docker environment for containerization.</a:t>
            </a:r>
          </a:p>
        </p:txBody>
      </p:sp>
    </p:spTree>
    <p:extLst>
      <p:ext uri="{BB962C8B-B14F-4D97-AF65-F5344CB8AC3E}">
        <p14:creationId xmlns:p14="http://schemas.microsoft.com/office/powerpoint/2010/main" val="2200057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2584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Use cases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F51E82-67B3-C722-B9D5-3C292AB52C1A}"/>
              </a:ext>
            </a:extLst>
          </p:cNvPr>
          <p:cNvSpPr txBox="1"/>
          <p:nvPr/>
        </p:nvSpPr>
        <p:spPr>
          <a:xfrm>
            <a:off x="251521" y="1838725"/>
            <a:ext cx="41764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Primary Use cases: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Semester Planning: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Generating the master route schedule at the start of every academic session.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Budget Optimization: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Estimating and reducing fuel budgets by optimizing route kilometers.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Feasibility Testing: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Checking if new routes to distant towns (e.g., Rewari) are viable within time limits.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47245-5C2C-523B-2677-E059C6B519A1}"/>
              </a:ext>
            </a:extLst>
          </p:cNvPr>
          <p:cNvSpPr txBox="1"/>
          <p:nvPr/>
        </p:nvSpPr>
        <p:spPr>
          <a:xfrm>
            <a:off x="4716017" y="1838725"/>
            <a:ext cx="4176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Scope:</a:t>
            </a:r>
          </a:p>
          <a:p>
            <a:pPr algn="just"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Geographic: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Covers the entire K.R. Mangalam University catchment area (Sohna, Gurugram, Faridabad, Noida, Palwal, Bhiwadi).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Operational: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Focuses on static planning and fleet scheduling (Does not include real-time GPS tracking hardware).</a:t>
            </a:r>
          </a:p>
        </p:txBody>
      </p:sp>
    </p:spTree>
    <p:extLst>
      <p:ext uri="{BB962C8B-B14F-4D97-AF65-F5344CB8AC3E}">
        <p14:creationId xmlns:p14="http://schemas.microsoft.com/office/powerpoint/2010/main" val="1181555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957663B-6BC8-4F3D-A957-AC5BC6E72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16523"/>
            <a:ext cx="821925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Operational Savings: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100% elimination of software licensing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Estimated 10-15% reduction in fuel consumption due to optimized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Efficiency: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Reduction in manual planning time from weeks to minutes.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Balanced passenger loads, preventing overcrowding on popular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Sustainability: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Reduction in carbon footprint by minimizing deadhead (empty) kilometers.</a:t>
            </a:r>
          </a:p>
        </p:txBody>
      </p:sp>
    </p:spTree>
    <p:extLst>
      <p:ext uri="{BB962C8B-B14F-4D97-AF65-F5344CB8AC3E}">
        <p14:creationId xmlns:p14="http://schemas.microsoft.com/office/powerpoint/2010/main" val="92606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6305</TotalTime>
  <Words>1088</Words>
  <Application>Microsoft Office PowerPoint</Application>
  <PresentationFormat>On-screen Show (4:3)</PresentationFormat>
  <Paragraphs>195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Naman Katewa</cp:lastModifiedBy>
  <cp:revision>312</cp:revision>
  <cp:lastPrinted>2022-09-05T08:43:44Z</cp:lastPrinted>
  <dcterms:created xsi:type="dcterms:W3CDTF">2020-01-16T09:05:56Z</dcterms:created>
  <dcterms:modified xsi:type="dcterms:W3CDTF">2026-03-13T16:25:18Z</dcterms:modified>
</cp:coreProperties>
</file>