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110" d="100"/>
          <a:sy n="110" d="100"/>
        </p:scale>
        <p:origin x="596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320117"/>
              </p:ext>
            </p:extLst>
          </p:nvPr>
        </p:nvGraphicFramePr>
        <p:xfrm>
          <a:off x="1696134" y="3086002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2401830002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Naman Katewa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Sneha Yadav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Akshaya Tanwar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2401840008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Nikita Saharan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2401720014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Kartikeya Drall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727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36441" y="1212054"/>
            <a:ext cx="8584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University Fleet Optimization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Ms. Rishika Mehta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C01F9148-249C-53EB-C9D8-998CE4283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537" y="1023700"/>
            <a:ext cx="772543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Problem: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Managing university transportation across a massive catchment area(Sohna, Gurugram, Faridabad, Palwal, Noida, Bhiwadi) is manually intensive.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Current fixed routes lead to inefficiencies, high fuel costs, and uneven student 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Solution: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"Zero-Operational Cost" fleet management system built entirely on open-source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Replaces expensive commercial APIs (Google Maps) with self-hosted routing engines.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The Goal: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automate route planning using mathematical optimization (VRP) to minimize fleet travel distance and ensure equitable service for distant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42A318E-8EC1-F7ED-9708-F25D8CC0C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580977"/>
            <a:ext cx="82192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Zero-Cost Architecture: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achieve professional routing capabilities using self-hosted OSRM and OpenStreetMap data, eliminating recurring API fees.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Regional Optimization: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effectively model the specific road networks of Haryana and Uttar Pradesh (Extended NCR) for accurate travel 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Algorithmic Efficiency: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implement the Vehicle Routing Problem (VRP) using Google OR-Tools to mathematically minimize total fleet mileage.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Constraint Enforcement: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 strictly enforce service rules: Maximum 2-hour ride time and Bus Capacity limits (e.g., 50 seats).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A4BB3A-848F-94E0-C61E-3C63AFDB9F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624" y="1595324"/>
            <a:ext cx="82912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 Recurring Costs: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Runs entirely on local university infrastructure or free-tier cloud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Custom Speed Profiles: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Routing engine calibrated for "Bus" speeds in NCR traffic, not generic car speeds.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Strategic Comparison Mode: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Allows admins to toggle between "Strict" plans (visit every stop) and "Suggested" plans (merge stops for efficiency).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Interactive Dashboard: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Next.js-based admin panel to visualize routes, manage student demand, and export driver schedules.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 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F51E82-67B3-C722-B9D5-3C292AB52C1A}"/>
              </a:ext>
            </a:extLst>
          </p:cNvPr>
          <p:cNvSpPr txBox="1"/>
          <p:nvPr/>
        </p:nvSpPr>
        <p:spPr>
          <a:xfrm>
            <a:off x="251521" y="1838725"/>
            <a:ext cx="4176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Primary Use cases: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Semester Planning: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Generating the master route schedule at the start of every academic session.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Budget Optimization: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Estimating and reducing fuel budgets by optimizing route kilometers.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Feasibility Testing: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Checking if new routes to distant towns (e.g., Rewari) are viable within time limits.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47245-5C2C-523B-2677-E059C6B519A1}"/>
              </a:ext>
            </a:extLst>
          </p:cNvPr>
          <p:cNvSpPr txBox="1"/>
          <p:nvPr/>
        </p:nvSpPr>
        <p:spPr>
          <a:xfrm>
            <a:off x="4716017" y="1838725"/>
            <a:ext cx="4176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Scope:</a:t>
            </a:r>
          </a:p>
          <a:p>
            <a:pPr algn="just"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Geographic: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Covers the entire K.R. Mangalam University catchment area (Sohna, Gurugram, Faridabad, Noida, Palwal, Bhiwadi).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Operational: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Focuses on static planning and fleet scheduling (Does not include real-time GPS tracking hardware).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E7D47-3EFA-459D-BC1E-94A447320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83" y="1932637"/>
            <a:ext cx="8364834" cy="370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22328010-B45A-B3D1-0442-596DA7669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561726"/>
            <a:ext cx="82192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Data Sources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OpenStreetMap (OSM) extracts for North India (via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Geofabrik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Stop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Geotagged coordinates for student pickup points across Palwal, Faridabad, Noida,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Software &amp; Frameworks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Next.js (React), Leaflet.js,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TanStack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Python, FastAPI,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Google OR-Tools, OSRM (Open Source Routing Machine).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Hardware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Standard University Server or Laptop (No GPU required).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Docker environment for containerization.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72C8601-DE05-D6CC-B9AB-1E9D7F9DD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372" y="1330305"/>
            <a:ext cx="821925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1: Digitization: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Converting Stops addresses into precise GPS coordinates.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2: Matrix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Using self-hosted OSRM to calculate a "Cost Matrix" (Time/Distance) for all stops.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3: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Applying the "Guided Local Search" algorithm to cluster stops into efficient bus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Phase 4: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Rendering the final paths on the admin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Technologies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Docker: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hosting the routing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PostgreSQL: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For structured data storage.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957663B-6BC8-4F3D-A957-AC5BC6E72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16523"/>
            <a:ext cx="82192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Operational Savings: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100% elimination of software licensing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Estimated 10-15% reduction in fuel consumption due to optimized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Efficiency: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manual planning time from weeks to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Balanced passenger loads, preventing overcrowding on popular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Sustainability: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Reduction in carbon footprint by minimizing deadhead (empty) kilometers.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920D16-C2DE-DFF5-467D-310A7265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47" y="1787750"/>
            <a:ext cx="8604448" cy="328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6095</TotalTime>
  <Words>761</Words>
  <Application>Microsoft Office PowerPoint</Application>
  <PresentationFormat>On-screen Show (4:3)</PresentationFormat>
  <Paragraphs>137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Naman Katewa</cp:lastModifiedBy>
  <cp:revision>311</cp:revision>
  <cp:lastPrinted>2022-09-05T08:43:44Z</cp:lastPrinted>
  <dcterms:created xsi:type="dcterms:W3CDTF">2020-01-16T09:05:56Z</dcterms:created>
  <dcterms:modified xsi:type="dcterms:W3CDTF">2026-01-30T10:03:18Z</dcterms:modified>
</cp:coreProperties>
</file>