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497" r:id="rId3"/>
    <p:sldId id="499" r:id="rId4"/>
    <p:sldId id="500" r:id="rId5"/>
    <p:sldId id="501" r:id="rId6"/>
    <p:sldId id="512" r:id="rId7"/>
    <p:sldId id="513" r:id="rId8"/>
    <p:sldId id="505" r:id="rId9"/>
    <p:sldId id="503" r:id="rId10"/>
    <p:sldId id="508" r:id="rId11"/>
    <p:sldId id="507" r:id="rId12"/>
    <p:sldId id="504" r:id="rId13"/>
    <p:sldId id="502" r:id="rId14"/>
    <p:sldId id="506" r:id="rId15"/>
    <p:sldId id="269" r:id="rId16"/>
  </p:sldIdLst>
  <p:sldSz cx="9144000" cy="6858000" type="screen4x3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93" autoAdjust="0"/>
    <p:restoredTop sz="94681"/>
  </p:normalViewPr>
  <p:slideViewPr>
    <p:cSldViewPr>
      <p:cViewPr varScale="1">
        <p:scale>
          <a:sx n="83" d="100"/>
          <a:sy n="83" d="100"/>
        </p:scale>
        <p:origin x="893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.4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299 638 24575,'1'-13'0,"2"1"0,-1-1 0,2 1 0,0-1 0,0 1 0,1 0 0,0 0 0,1 1 0,12-18 0,-7 10 0,15-34 0,-25 51 0,-1 0 0,1 0 0,-1 1 0,1-1 0,-1 0 0,1 0 0,-1 0 0,0 0 0,0 0 0,0 0 0,-1-3 0,1 4 0,0 1 0,0-1 0,0 1 0,-1-1 0,1 1 0,0-1 0,-1 0 0,1 1 0,0-1 0,-1 1 0,1 0 0,-1-1 0,1 1 0,0-1 0,-1 1 0,0 0 0,1-1 0,-1 1 0,1 0 0,-1-1 0,1 1 0,-1 0 0,-1-1 0,0 1 0,-1 0 0,0 0 0,1 0 0,-1 1 0,0-1 0,1 1 0,-1-1 0,0 1 0,1 0 0,-1 0 0,1 0 0,-1 0 0,1 0 0,-4 3 0,-22 16 0,-46 41 0,-9 7 0,-17 16 0,87-77 0,6-10 0,7 1 0,-1 1 0,1 0 0,0 0 0,0 0 0,0-1 0,0 1 0,0 0 0,1 0 0,-1 0 0,0 0 0,0-1 0,1 1 0,-1 0 0,1 0 0,-1 0 0,1 0 0,-1 0 0,1 0 0,1-1 0,17-28 0,0 0 0,-2-1 0,-2-1 0,14-39 0,-27 67 0,-1-1 0,0 1 0,0-1 0,0 1 0,0-1 0,-1 0 0,0 1 0,0-9 0,0 11 0,-1 0 0,1 0 0,-1 1 0,0-1 0,0 0 0,1 1 0,-1-1 0,0 0 0,0 1 0,-1-1 0,1 1 0,0 0 0,0-1 0,-1 1 0,1 0 0,-1 0 0,1 0 0,-1 0 0,1 0 0,-1 0 0,0 0 0,1 0 0,-1 1 0,-2-2 0,1 2 0,0-1 0,1-1 0,-1 1 0,1 0 0,-1-1 0,1 1 0,0-1 0,0 0 0,0 0 0,0 0 0,0 0 0,0 0 0,0 0 0,1 0 0,-1-1 0,1 1 0,-3-5 0,2 3 0,0 0 0,0 0 0,-1 1 0,1 0 0,-1-1 0,-5-4 0,-15-3 0,21 11 0,1 0 0,0-1 0,0 1 0,0 0 0,-1-1 0,1 1 0,0-1 0,0 1 0,0-1 0,0 1 0,0-1 0,0 0 0,0 1 0,0-1 0,0 0 0,0 0 0,0 0 0,1 0 0,-1 0 0,0 0 0,0 0 0,1 0 0,-1 0 0,1 0 0,-1 0 0,1 0 0,0-1 0,-1 1 0,1 0 0,0 0 0,0 0 0,0-3 0,-1 0 0,0 1 0,1-1 0,0 0 0,0 0 0,0 0 0,1 1 0,-1-1 0,1 0 0,0 0 0,0 1 0,0-1 0,0 1 0,1-1 0,-1 1 0,1-1 0,0 1 0,0 0 0,0 0 0,1 0 0,-1 0 0,1 0 0,0 0 0,-1 1 0,1-1 0,0 1 0,0 0 0,1 0 0,-1 0 0,0 0 0,1 1 0,-1-1 0,1 1 0,0 0 0,-1 0 0,1 0 0,0 1 0,0-1 0,-1 1 0,1 0 0,0 0 0,0 0 0,0 0 0,-1 1 0,8 1 0,4 4 0,0 0 0,0 1 0,-1 0 0,25 17 0,13 7 0,-36-22 0,0-2 0,0 0 0,1-1 0,0-1 0,0-1 0,27 4 0,-39-7 0,0 0 0,0-1 0,0 0 0,-1 0 0,1 0 0,0-1 0,0 0 0,0 0 0,-1 0 0,1 0 0,0-1 0,-1 1 0,1-1 0,-1 0 0,0-1 0,1 1 0,-1-1 0,0 0 0,-1 0 0,1 0 0,0 0 0,-1-1 0,0 0 0,0 1 0,0-1 0,0 0 0,-1-1 0,4-5 0,2-15 0,-5 15 0,1 0 0,-1 0 0,2 0 0,7-13 0,-11 22 0,-1 0 0,1-1 0,0 1 0,0 0 0,0 0 0,-1 0 0,1 0 0,1 0 0,-1 0 0,0 0 0,0 1 0,0-1 0,0 0 0,0 1 0,1-1 0,-1 0 0,0 1 0,1 0 0,-1-1 0,0 1 0,1 0 0,-1-1 0,0 1 0,1 0 0,-1 0 0,1 0 0,-1 0 0,0 1 0,1-1 0,-1 0 0,1 1 0,-1-1 0,0 0 0,0 1 0,1 0 0,-1-1 0,0 1 0,0 0 0,2 1 0,2 3 0,-1-1 0,-1 1 0,1 0 0,-1 1 0,0-1 0,0 0 0,0 1 0,-1 0 0,1-1 0,-2 1 0,1 0 0,1 7 0,10 26 0,-9-31 0,1 0 0,0 0 0,0-1 0,1 0 0,0 0 0,1 0 0,-1 0 0,1-1 0,1-1 0,-1 1 0,1-1 0,12 7 0,-7-6 0,-1 0 0,1-1 0,0 0 0,0-1 0,0-1 0,1 0 0,24 2 0,-34-5 0,0 0 0,0 0 0,0-1 0,0 0 0,0 0 0,-1 0 0,1 0 0,0 0 0,0-1 0,-1 0 0,1 0 0,-1 0 0,5-3 0,43-41 0,-9 8 0,9 4 0,2 3 0,1 2 0,66-25 0,-98 46 0,1 2 0,0 1 0,0 0 0,0 2 0,43-1 0,26-3 0,-55 3 0,37 2 0,11-1 0,-73 0 0,-15-2 0,-21-2 0,-2 3 0,0 2 0,-1 1 0,1 1 0,0 1 0,0 1 0,0 2 0,0 0 0,1 2 0,-1 0 0,1 2 0,-41 19 0,61-24 0,-1 0 0,1-1 0,-1 1 0,0-1 0,0 0 0,0-1 0,-1 0 0,1 0 0,0 0 0,0-1 0,0 1 0,-1-2 0,1 1 0,0-1 0,0 0 0,-1 0 0,1 0 0,0-1 0,0 0 0,0 0 0,1-1 0,-1 1 0,1-1 0,-1-1 0,1 1 0,0-1 0,-7-6 0,5 4 0,0 0 0,-1 0 0,0 0 0,0 1 0,0 0 0,-1 1 0,0 0 0,1 0 0,-2 1 0,1 0 0,0 0 0,-1 1 0,1 0 0,-1 1 0,1 0 0,-16 1 0,2 1 0,1 0 0,0 2 0,0 0 0,0 1 0,-35 13 0,32-9 0,17-6 0,-1 0 0,0 1 0,1 0 0,0 1 0,0-1 0,0 2 0,0-1 0,0 1 0,1 0 0,0 1 0,0 0 0,-9 10 0,-2 9 0,1 1 0,1 0 0,1 2 0,-21 53 0,-129 245 0,132-268 0,-71 116 0,88-149 0,15-23 0,-1-1 0,1 1 0,0 0 0,0 0 0,0 0 0,0 0 0,1 0 0,-1 1 0,0-1 0,1 0 0,-1 0 0,1 0 0,0 1 0,0-1 0,0 0 0,0 3 0,1-4 0,-1-1 0,0 1 0,0 0 0,1-1 0,-1 1 0,0-1 0,1 1 0,-1-1 0,0 0 0,1 1 0,-1-1 0,1 1 0,-1-1 0,1 0 0,-1 1 0,1-1 0,-1 0 0,1 1 0,0-1 0,-1 0 0,2 1 0,21-3 0,-11-2 0,0-1 0,0 0 0,-1-1 0,0 0 0,0 0 0,0-1 0,18-17 0,61-66 0,-65 58 0,-2 0 0,-1-2 0,23-46 0,10-16 0,-16 26 0,-26 45 0,1 1 0,27-37 0,-39 58 0,1 0 0,-1 1 0,0-1 0,1 1 0,-1 0 0,1-1 0,0 1 0,0 1 0,0-1 0,0 0 0,0 1 0,0-1 0,0 1 0,1 0 0,-1 0 0,0 1 0,1-1 0,-1 0 0,0 1 0,1 0 0,-1 0 0,1 0 0,-1 0 0,0 1 0,1-1 0,-1 1 0,1 0 0,-1 0 0,0 0 0,0 0 0,0 1 0,0-1 0,0 1 0,0 0 0,0 0 0,0 0 0,0 0 0,-1 0 0,1 1 0,-1-1 0,0 1 0,0 0 0,0-1 0,0 1 0,0 0 0,-1 0 0,1 0 0,-1 1 0,0-1 0,1 0 0,0 7 0,1 35 0,-1 1 0,-8 77 0,5-120 0,0 10 0,-1 1 0,-1-1 0,0 0 0,-1 0 0,0-1 0,-1 1 0,0-1 0,-1 0 0,0 0 0,-1-1 0,-12 15 0,13-17 0,1-1 0,0 0 0,1 1 0,0 0 0,0 0 0,1 1 0,0-1 0,1 1 0,0-1 0,-2 18 0,4-27 0,0 0 0,0 0 0,0 0 0,0 1 0,0-1 0,0 0 0,0 0 0,0 0 0,0 0 0,0 0 0,0 0 0,0 0 0,0 1 0,0-1 0,0 0 0,0 0 0,0 0 0,0 0 0,0 0 0,0 0 0,0 0 0,0 0 0,0 1 0,0-1 0,0 0 0,0 0 0,0 0 0,0 0 0,0 0 0,0 0 0,0 0 0,1 0 0,-1 0 0,0 1 0,0-1 0,0 0 0,0 0 0,0 0 0,0 0 0,0 0 0,0 0 0,0 0 0,1 0 0,-1 0 0,0 0 0,0 0 0,0 0 0,0 0 0,0 0 0,0 0 0,0 0 0,1 0 0,-1 0 0,0 0 0,0 0 0,0 0 0,0 0 0,0 0 0,0 0 0,0 0 0,0 0 0,1 0 0,-1 0 0,7-9 0,7-14 0,41-109 0,31-60 0,-60 137 0,10-19 0,-31 66 0,-1 1 0,1 0 0,0 0 0,1 0 0,0 1 0,12-11 0,-18 16 0,1 0 0,0 0 0,0 1 0,-1-1 0,1 1 0,0-1 0,0 1 0,0-1 0,0 1 0,0-1 0,0 1 0,0 0 0,0 0 0,0-1 0,0 1 0,0 0 0,0 0 0,0 0 0,0 0 0,0 0 0,0 0 0,0 0 0,0 1 0,0-1 0,0 0 0,0 1 0,0-1 0,0 0 0,0 1 0,1 0 0,0 1 0,0 0 0,0 0 0,0 1 0,-1-1 0,1 0 0,-1 1 0,1-1 0,-1 1 0,0-1 0,0 1 0,1 3 0,2 9 0,0 0 0,2 31 0,-3 36 0,-15 161 0,1-81 0,14-131 0,1-27 0,1-19 0,4-49 0,-6 43 0,0-1 0,1 0 0,1 1 0,0 0 0,2 0 0,1 1 0,11-23 0,-3 18 0,1 0 0,39-44 0,-46 56 0,-6 9 0,-1-1 0,1 1 0,0-1 0,0 1 0,0 0 0,6-4 0,-9 8 0,0-1 0,0 1 0,0 0 0,0-1 0,0 1 0,0 0 0,0 0 0,0-1 0,0 1 0,0 0 0,0 0 0,0 0 0,0 0 0,0 1 0,0-1 0,0 0 0,0 0 0,0 1 0,0-1 0,0 0 0,0 1 0,0-1 0,0 1 0,0-1 0,0 1 0,-1-1 0,1 1 0,0 0 0,0 0 0,-1-1 0,1 1 0,0 0 0,-1 0 0,1 0 0,-1 0 0,1-1 0,-1 1 0,1 0 0,-1 0 0,0 0 0,1 2 0,6 19 0,0-1 0,-2 2 0,0-1 0,-1 0 0,0 43 0,-3 54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.6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24575,'50'2'0,"58"11"0,47 1 0,-132-12 0,0 0 0,31 8 0,-30-5 0,48 4 0,-32-6 0,41 8 0,-43-5 0,57 2 0,-85-7 0,1-1 0,-1-1 0,1 0 0,-1 0 0,1-1 0,-1 0 0,0-1 0,0 0 0,0-1 0,17-8 0,-13 5 0,-1 2 0,1 0 0,1 0 0,-1 1 0,1 1 0,-1 1 0,1 0 0,0 1 0,0 0 0,26 3 0,-13 1 0,0 1 0,-1 1 0,1 2 0,45 17 0,-40-14 291,-25-8-622,0 1 0,0-1-1,0 2 1,10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34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600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696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0468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893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193BE92-2836-2377-AC03-A2DE9BD92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49BC9794-528F-622F-43DD-4480761AC2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30C919C-92B7-D9DB-548B-F07A4AA3A2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3746616-91E6-EEB7-1856-D004D3BB5C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6527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12EE8AE-6B96-A0B7-5B01-1E66F7091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96B1102-F4C9-B3F6-1EBC-67E21A0E1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8509EEB-322A-5BF0-4BAB-89D92C041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60D25FF-334B-A586-E002-BDB8BEB75D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3471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1546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9640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CAA661C-EE8E-4550-79FC-6D2DE628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8A3BE65-ABC2-C31E-F7BF-5074E255A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1E0FA71-42DC-F866-0B0B-A1E7E3A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A24EB81-AFC1-22F2-9431-A4C105BD9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3938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5EA6B61-674B-0ABF-F5C3-A72BF284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F22FBED0-DE41-A040-921A-D95B51852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BB3F754-664A-ECDE-8199-65800D97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CAF3E54-5ADF-52CC-11B5-B7F7837DE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129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60504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7544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69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16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19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0717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1185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301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524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787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9679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846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55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538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759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2061" y="2367609"/>
            <a:ext cx="87849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SzPct val="25000"/>
            </a:pPr>
            <a:r>
              <a:rPr lang="en-IN" sz="2400" b="1" dirty="0" smtClean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Final </a:t>
            </a: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Year Project Progress</a:t>
            </a:r>
          </a:p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Submitted by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="" xmlns:a16="http://schemas.microsoft.com/office/drawing/2014/main" id="{232DFD41-0025-28B4-FE3B-A54FAEE28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442984"/>
              </p:ext>
            </p:extLst>
          </p:nvPr>
        </p:nvGraphicFramePr>
        <p:xfrm>
          <a:off x="1670447" y="3505366"/>
          <a:ext cx="6096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="" xmlns:a16="http://schemas.microsoft.com/office/drawing/2014/main" val="3537270469"/>
                    </a:ext>
                  </a:extLst>
                </a:gridCol>
                <a:gridCol w="3048000">
                  <a:extLst>
                    <a:ext uri="{9D8B030D-6E8A-4147-A177-3AD203B41FA5}">
                      <a16:colId xmlns="" xmlns:a16="http://schemas.microsoft.com/office/drawing/2014/main" val="330502494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76589833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417610186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9582063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DF18845-4075-32C5-8F4A-4F40F86E837F}"/>
              </a:ext>
            </a:extLst>
          </p:cNvPr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</a:pPr>
            <a:r>
              <a:rPr lang="en-IN" sz="4000" b="1" dirty="0">
                <a:solidFill>
                  <a:srgbClr val="C0000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40D4C745-33B7-0116-E20F-11A7F0DFD46F}"/>
              </a:ext>
            </a:extLst>
          </p:cNvPr>
          <p:cNvSpPr txBox="1"/>
          <p:nvPr/>
        </p:nvSpPr>
        <p:spPr>
          <a:xfrm>
            <a:off x="236440" y="5733256"/>
            <a:ext cx="8584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ct val="25000"/>
            </a:pPr>
            <a:r>
              <a:rPr lang="en-IN" sz="18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Industry Mentor:</a:t>
            </a:r>
          </a:p>
          <a:p>
            <a:pPr lvl="0">
              <a:buSzPct val="25000"/>
            </a:pPr>
            <a:r>
              <a:rPr lang="en-IN" sz="18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en-IN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Faculty Mentor:</a:t>
            </a:r>
            <a:endParaRPr lang="en-IN" sz="1800" b="1" dirty="0">
              <a:solidFill>
                <a:srgbClr val="0070C0"/>
              </a:solidFill>
              <a:ea typeface="Cambria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2536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15370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784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54323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Specific Objectives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32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742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0B33F2B-4274-D144-7093-B867F4CB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="" xmlns:a16="http://schemas.microsoft.com/office/drawing/2014/main" id="{A9527858-67DE-3DF8-FF01-8DB1846AEB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="" xmlns:a16="http://schemas.microsoft.com/office/drawing/2014/main" id="{D2CBC630-DA86-8B5C-8CF1-BBD133225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244288"/>
            <a:ext cx="568863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Progress Summary</a:t>
            </a:r>
            <a:endParaRPr lang="en-IN" sz="3200" b="1" dirty="0"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4FB5C432-E63F-6355-19A5-32B65372F4DD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A6D3DC83-45E5-89A4-957B-69C5B50632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2E6412DA-6D17-40E5-6A15-8B5AF801558C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5621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175C45B-C9D0-DBF5-811F-0F08DB7B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="" xmlns:a16="http://schemas.microsoft.com/office/drawing/2014/main" id="{ACCAFCE0-31E7-9CED-BEF6-9C94A97D7C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="" xmlns:a16="http://schemas.microsoft.com/office/drawing/2014/main" id="{EC8D1C93-2569-153C-C90B-6D82C35C1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377423"/>
            <a:ext cx="896448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2800" b="1" kern="100" dirty="0">
                <a:latin typeface="Verdana" panose="020B0604030504040204" pitchFamily="34" charset="0"/>
                <a:cs typeface="Times New Roman" panose="02020603050405020304" pitchFamily="18" charset="0"/>
                <a:sym typeface="Arial"/>
              </a:rPr>
              <a:t>Detailed Progress – Development Phase</a:t>
            </a:r>
            <a:endParaRPr lang="en-IN" sz="2800" b="1" dirty="0"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D6161CDA-82E4-E4CE-AB8A-F7E4594878E9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FB65409-50C0-1C48-4C06-AA7695D3A2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546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78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Prototype/Project Flow diagram/Architecture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="" xmlns:a16="http://schemas.microsoft.com/office/drawing/2014/main" id="{BB1AC4FE-9A4F-F464-CA8E-3B900C297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="" xmlns:a16="http://schemas.microsoft.com/office/drawing/2014/main" id="{72AEF02E-64A6-6432-1444-81368AF7F7EA}"/>
                  </a:ext>
                </a:extLst>
              </p14:cNvPr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24360" y="2412240"/>
                <a:ext cx="771840" cy="45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3371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2CBE56-1D41-7167-8FFB-A09C6DDB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="" xmlns:a16="http://schemas.microsoft.com/office/drawing/2014/main" id="{AFB3A7BE-7862-048E-951C-86CFD388A5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="" xmlns:a16="http://schemas.microsoft.com/office/drawing/2014/main" id="{BF1F4E46-D933-954B-D887-0C743D7A62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Prototype/Project Flow diagram/Architecture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DF222086-A20A-7049-0744-A17C1E596D3B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3926CD72-25A6-86DC-34B2-F6A291749F3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D4D0BEBF-445B-BE7B-3FF6-A71A2B587371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="" xmlns:a16="http://schemas.microsoft.com/office/drawing/2014/main" id="{FC27A688-8646-DB1F-FAA1-AE2FA9844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64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DBD42DB-FF71-D8E6-630F-399C60C5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="" xmlns:a16="http://schemas.microsoft.com/office/drawing/2014/main" id="{52FB631E-E469-C80D-C58A-99E545F37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="" xmlns:a16="http://schemas.microsoft.com/office/drawing/2014/main" id="{3B6D9598-AD90-B9CA-8610-998CE22F1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Timeline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="" xmlns:a16="http://schemas.microsoft.com/office/drawing/2014/main" id="{1362D34C-9176-DD2A-8AAF-507BD46BD710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4066F8A4-300F-9AE0-4A5E-2A2D19A8A5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166FAC4-E627-209B-D9A4-20EC84D69C44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="" xmlns:a16="http://schemas.microsoft.com/office/drawing/2014/main" id="{D3A55479-5820-9331-B8CC-0F9A13C7AC18}"/>
                  </a:ext>
                </a:extLst>
              </p14:cNvPr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40520" y="2426200"/>
                <a:ext cx="610200" cy="16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49508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&amp; Resources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068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en-US" sz="3200" b="1" kern="1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Usecases</a:t>
            </a: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&amp; Scope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12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Expected Results &amp; Impact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60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35696" y="2708920"/>
            <a:ext cx="5651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solidFill>
                  <a:srgbClr val="0060AA"/>
                </a:solidFill>
                <a:latin typeface="Garamond" pitchFamily="18" charset="0"/>
              </a:rPr>
              <a:t>THANK</a:t>
            </a:r>
            <a:r>
              <a:rPr lang="en-US" sz="7200" dirty="0">
                <a:latin typeface="Garamond" pitchFamily="18" charset="0"/>
              </a:rPr>
              <a:t> </a:t>
            </a:r>
            <a:r>
              <a:rPr lang="en-US" sz="7200" dirty="0">
                <a:solidFill>
                  <a:srgbClr val="E31E24"/>
                </a:solidFill>
                <a:latin typeface="Garamond" pitchFamily="18" charset="0"/>
              </a:rPr>
              <a:t>YOU</a:t>
            </a:r>
            <a:endParaRPr lang="en-IN" sz="7200" dirty="0">
              <a:latin typeface="Garamond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198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6257</TotalTime>
  <Words>143</Words>
  <Application>Microsoft Office PowerPoint</Application>
  <PresentationFormat>On-screen Show (4:3)</PresentationFormat>
  <Paragraphs>56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Cambria</vt:lpstr>
      <vt:lpstr>Garamond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Microsoft account</cp:lastModifiedBy>
  <cp:revision>312</cp:revision>
  <cp:lastPrinted>2022-09-05T08:43:44Z</cp:lastPrinted>
  <dcterms:created xsi:type="dcterms:W3CDTF">2020-01-16T09:05:56Z</dcterms:created>
  <dcterms:modified xsi:type="dcterms:W3CDTF">2026-03-27T13:36:54Z</dcterms:modified>
</cp:coreProperties>
</file>